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71" r:id="rId4"/>
    <p:sldId id="272" r:id="rId5"/>
    <p:sldId id="273" r:id="rId6"/>
    <p:sldId id="276" r:id="rId7"/>
    <p:sldId id="275" r:id="rId8"/>
    <p:sldId id="261" r:id="rId9"/>
    <p:sldId id="274" r:id="rId10"/>
    <p:sldId id="258" r:id="rId11"/>
    <p:sldId id="266" r:id="rId12"/>
    <p:sldId id="277" r:id="rId13"/>
    <p:sldId id="278" r:id="rId14"/>
    <p:sldId id="279" r:id="rId15"/>
    <p:sldId id="280" r:id="rId16"/>
    <p:sldId id="270" r:id="rId17"/>
  </p:sldIdLst>
  <p:sldSz cx="18288000" cy="10287000"/>
  <p:notesSz cx="6858000" cy="9144000"/>
  <p:embeddedFontLst>
    <p:embeddedFont>
      <p:font typeface="Garet" panose="020B0604020202020204" charset="-52"/>
      <p:regular r:id="rId19"/>
    </p:embeddedFont>
    <p:embeddedFont>
      <p:font typeface="Garet Bold" panose="020B0604020202020204" charset="-52"/>
      <p:regular r:id="rId20"/>
    </p:embeddedFont>
    <p:embeddedFont>
      <p:font typeface="Horizo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9" d="100"/>
          <a:sy n="59" d="100"/>
        </p:scale>
        <p:origin x="49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F6D03-FE45-4F75-86C5-B0721DF4B29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96AF7-2BC4-4393-A435-5BDDC59F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96AF7-2BC4-4393-A435-5BDDC59F7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97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0" y="-24765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26713" y="4832138"/>
            <a:ext cx="11034573" cy="1244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44"/>
              </a:lnSpc>
            </a:pPr>
            <a:r>
              <a:rPr lang="en-US" sz="9600" dirty="0" err="1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Digitronix</a:t>
            </a:r>
            <a:endParaRPr lang="en-US" sz="9600" dirty="0">
              <a:solidFill>
                <a:srgbClr val="F3F3F7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199433" y="-29337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331" y="217541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6" name="Group 16"/>
          <p:cNvGrpSpPr/>
          <p:nvPr/>
        </p:nvGrpSpPr>
        <p:grpSpPr>
          <a:xfrm>
            <a:off x="8962329" y="8109012"/>
            <a:ext cx="363341" cy="36334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7250" y="1377999"/>
            <a:ext cx="5862054" cy="147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Table of contents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161211" y="-335702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331" y="217541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01420" y="4914204"/>
            <a:ext cx="2853714" cy="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 Our 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250" y="1377999"/>
            <a:ext cx="5862054" cy="147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Table of contents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161211" y="-335702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5056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331" y="217541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59304" y="1279229"/>
            <a:ext cx="4177702" cy="421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2. Stages of realization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01420" y="4914204"/>
            <a:ext cx="2853714" cy="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 Our 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250" y="1377999"/>
            <a:ext cx="5862054" cy="147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Table of contents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161211" y="-335702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50883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87331" y="217541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59304" y="1279229"/>
            <a:ext cx="4177702" cy="421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2. Stages of realization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01420" y="4914204"/>
            <a:ext cx="2853714" cy="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 Our 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354" y="4914204"/>
            <a:ext cx="2853714" cy="85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sz="2455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3. Used </a:t>
            </a:r>
            <a:r>
              <a:rPr lang="en-US" sz="2455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Tehnologies</a:t>
            </a:r>
            <a:endParaRPr lang="en-US" sz="2455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97250" y="1377999"/>
            <a:ext cx="5862054" cy="1473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Table of contents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161211" y="-335702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90844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erson with long hair wearing a white shirt&#10;&#10;AI-generated content may be incorrect.">
            <a:extLst>
              <a:ext uri="{FF2B5EF4-FFF2-40B4-BE49-F238E27FC236}">
                <a16:creationId xmlns:a16="http://schemas.microsoft.com/office/drawing/2014/main" id="{E751A484-175B-99A6-5026-AB58D65ED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6853" y="3653028"/>
            <a:ext cx="2980944" cy="29809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 descr="A person taking a selfie&#10;&#10;AI-generated content may be incorrect.">
            <a:extLst>
              <a:ext uri="{FF2B5EF4-FFF2-40B4-BE49-F238E27FC236}">
                <a16:creationId xmlns:a16="http://schemas.microsoft.com/office/drawing/2014/main" id="{4D724546-4B73-157D-DDD8-54BC3396F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2539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 descr="A person in a white shirt&#10;&#10;AI-generated content may be incorrect.">
            <a:extLst>
              <a:ext uri="{FF2B5EF4-FFF2-40B4-BE49-F238E27FC236}">
                <a16:creationId xmlns:a16="http://schemas.microsoft.com/office/drawing/2014/main" id="{6584A99F-F064-33B0-6811-C2558980D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19696" y="3564610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Freeform 2"/>
          <p:cNvSpPr/>
          <p:nvPr/>
        </p:nvSpPr>
        <p:spPr>
          <a:xfrm>
            <a:off x="-297804" y="56769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-4163690" y="7022806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Selin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Vatansever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809914" y="-3394616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-4163690" y="7295443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Rafail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Kolibarov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-3293446" y="7889252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Scrum Trainer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4193080" y="7111224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Radoslav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Stoyanov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3329555" y="7715038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</a:t>
            </a: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Developer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3728568" y="7715038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8016" y="1311930"/>
            <a:ext cx="7587653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Our TEAM</a:t>
            </a:r>
          </a:p>
        </p:txBody>
      </p:sp>
    </p:spTree>
    <p:extLst>
      <p:ext uri="{BB962C8B-B14F-4D97-AF65-F5344CB8AC3E}">
        <p14:creationId xmlns:p14="http://schemas.microsoft.com/office/powerpoint/2010/main" val="1345477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erson with long hair wearing a white shirt&#10;&#10;AI-generated content may be incorrect.">
            <a:extLst>
              <a:ext uri="{FF2B5EF4-FFF2-40B4-BE49-F238E27FC236}">
                <a16:creationId xmlns:a16="http://schemas.microsoft.com/office/drawing/2014/main" id="{E751A484-175B-99A6-5026-AB58D65ED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6853" y="3653028"/>
            <a:ext cx="2980944" cy="29809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 descr="A person taking a selfie&#10;&#10;AI-generated content may be incorrect.">
            <a:extLst>
              <a:ext uri="{FF2B5EF4-FFF2-40B4-BE49-F238E27FC236}">
                <a16:creationId xmlns:a16="http://schemas.microsoft.com/office/drawing/2014/main" id="{4D724546-4B73-157D-DDD8-54BC3396F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2539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 descr="A person in a white shirt&#10;&#10;AI-generated content may be incorrect.">
            <a:extLst>
              <a:ext uri="{FF2B5EF4-FFF2-40B4-BE49-F238E27FC236}">
                <a16:creationId xmlns:a16="http://schemas.microsoft.com/office/drawing/2014/main" id="{6584A99F-F064-33B0-6811-C2558980D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538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Freeform 2"/>
          <p:cNvSpPr/>
          <p:nvPr/>
        </p:nvSpPr>
        <p:spPr>
          <a:xfrm>
            <a:off x="-297804" y="56769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-4163690" y="7022806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Selin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Vatansever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809914" y="-3394616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3005541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Rafail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Kolibarov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576027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Scrum Trainer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4193080" y="7111224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Radoslav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Stoyanov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3329555" y="7715038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</a:t>
            </a: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Developer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3728568" y="7715038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8016" y="1311930"/>
            <a:ext cx="7587653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Our TEAM</a:t>
            </a:r>
          </a:p>
        </p:txBody>
      </p:sp>
    </p:spTree>
    <p:extLst>
      <p:ext uri="{BB962C8B-B14F-4D97-AF65-F5344CB8AC3E}">
        <p14:creationId xmlns:p14="http://schemas.microsoft.com/office/powerpoint/2010/main" val="931144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erson with long hair wearing a white shirt&#10;&#10;AI-generated content may be incorrect.">
            <a:extLst>
              <a:ext uri="{FF2B5EF4-FFF2-40B4-BE49-F238E27FC236}">
                <a16:creationId xmlns:a16="http://schemas.microsoft.com/office/drawing/2014/main" id="{E751A484-175B-99A6-5026-AB58D65ED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6853" y="3653028"/>
            <a:ext cx="2980944" cy="29809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 descr="A person in a white shirt&#10;&#10;AI-generated content may be incorrect.">
            <a:extLst>
              <a:ext uri="{FF2B5EF4-FFF2-40B4-BE49-F238E27FC236}">
                <a16:creationId xmlns:a16="http://schemas.microsoft.com/office/drawing/2014/main" id="{6584A99F-F064-33B0-6811-C2558980D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538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Freeform 2"/>
          <p:cNvSpPr/>
          <p:nvPr/>
        </p:nvSpPr>
        <p:spPr>
          <a:xfrm>
            <a:off x="-297804" y="56769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-4163690" y="7022806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Selin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Vatansever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809914" y="-3394616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3005541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Rafail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Kolibarov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576027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Scrum Trainer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3728568" y="7715038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8016" y="1311930"/>
            <a:ext cx="7587653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Our TEAM</a:t>
            </a:r>
          </a:p>
        </p:txBody>
      </p:sp>
      <p:pic>
        <p:nvPicPr>
          <p:cNvPr id="28" name="Picture 27" descr="A person taking a selfie&#10;&#10;AI-generated content may be incorrect.">
            <a:extLst>
              <a:ext uri="{FF2B5EF4-FFF2-40B4-BE49-F238E27FC236}">
                <a16:creationId xmlns:a16="http://schemas.microsoft.com/office/drawing/2014/main" id="{4D724546-4B73-157D-DDD8-54BC3396F8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04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1" name="TextBox 21"/>
          <p:cNvSpPr txBox="1"/>
          <p:nvPr/>
        </p:nvSpPr>
        <p:spPr>
          <a:xfrm>
            <a:off x="7314534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Radoslav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Stoyanov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885020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</a:t>
            </a: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Developer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person taking a selfie&#10;&#10;AI-generated content may be incorrect.">
            <a:extLst>
              <a:ext uri="{FF2B5EF4-FFF2-40B4-BE49-F238E27FC236}">
                <a16:creationId xmlns:a16="http://schemas.microsoft.com/office/drawing/2014/main" id="{4D724546-4B73-157D-DDD8-54BC3396F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04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 descr="A person in a white shirt&#10;&#10;AI-generated content may be incorrect.">
            <a:extLst>
              <a:ext uri="{FF2B5EF4-FFF2-40B4-BE49-F238E27FC236}">
                <a16:creationId xmlns:a16="http://schemas.microsoft.com/office/drawing/2014/main" id="{6584A99F-F064-33B0-6811-C2558980D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538" y="3580199"/>
            <a:ext cx="2980944" cy="2980944"/>
          </a:xfrm>
          <a:prstGeom prst="roundRect">
            <a:avLst>
              <a:gd name="adj" fmla="val 1666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Freeform 2"/>
          <p:cNvSpPr/>
          <p:nvPr/>
        </p:nvSpPr>
        <p:spPr>
          <a:xfrm>
            <a:off x="-297804" y="56769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16"/>
          <p:cNvSpPr/>
          <p:nvPr/>
        </p:nvSpPr>
        <p:spPr>
          <a:xfrm>
            <a:off x="8809914" y="-3394616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3005541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Rafail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Kolibarov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576027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Scrum Trainer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14534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Radoslav</a:t>
            </a: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Stoyanov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885020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</a:t>
            </a: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Developer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8016" y="1311930"/>
            <a:ext cx="7587653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Our TEAM</a:t>
            </a:r>
          </a:p>
        </p:txBody>
      </p:sp>
      <p:pic>
        <p:nvPicPr>
          <p:cNvPr id="30" name="Picture 29" descr="A person with long hair wearing a white shirt&#10;&#10;AI-generated content may be incorrect.">
            <a:extLst>
              <a:ext uri="{FF2B5EF4-FFF2-40B4-BE49-F238E27FC236}">
                <a16:creationId xmlns:a16="http://schemas.microsoft.com/office/drawing/2014/main" id="{E751A484-175B-99A6-5026-AB58D65ED0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0308" y="3580199"/>
            <a:ext cx="2980944" cy="29809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TextBox 23"/>
          <p:cNvSpPr txBox="1"/>
          <p:nvPr/>
        </p:nvSpPr>
        <p:spPr>
          <a:xfrm>
            <a:off x="12194014" y="7409173"/>
            <a:ext cx="2453646" cy="3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3528" y="7009171"/>
            <a:ext cx="3594618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Selin </a:t>
            </a:r>
            <a:r>
              <a:rPr lang="en-US" sz="2624" b="1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Vatansever</a:t>
            </a:r>
            <a:endParaRPr lang="en-US" sz="2624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4481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2819400" y="-282699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Freeform 2"/>
          <p:cNvSpPr/>
          <p:nvPr/>
        </p:nvSpPr>
        <p:spPr>
          <a:xfrm>
            <a:off x="5791200" y="5817744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11027" y="814717"/>
            <a:ext cx="9465946" cy="2094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Stages of realization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93270" y="4482087"/>
            <a:ext cx="9301459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0" i="0" dirty="0">
                <a:solidFill>
                  <a:srgbClr val="F0F6FC"/>
                </a:solidFill>
                <a:effectLst/>
                <a:latin typeface="Garet" panose="020B0604020202020204" charset="-52"/>
              </a:rPr>
              <a:t>We made a simple console-based implementation of the classic Minesweeper game built using C++. The game features random mine placement, cell reveal logic, flagging system, and automatic win/loss detection. This project demonstrates core C++ concepts such as arrays, loops, functions, and basic game logic.</a:t>
            </a:r>
          </a:p>
          <a:p>
            <a:pPr algn="ctr"/>
            <a:br>
              <a:rPr lang="en-US" sz="3200" dirty="0"/>
            </a:br>
            <a:endParaRPr lang="en-US" sz="32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0378996" y="646931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0375" y="-275205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74DC35D6-7EA7-5325-393F-46AF1A28C3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9763" y="5521673"/>
            <a:ext cx="2980944" cy="2980944"/>
          </a:xfrm>
          <a:prstGeom prst="rect">
            <a:avLst/>
          </a:prstGeom>
        </p:spPr>
      </p:pic>
      <p:pic>
        <p:nvPicPr>
          <p:cNvPr id="22" name="Picture 21" descr="A group of blue and white squares with a white letter&#10;&#10;AI-generated content may be incorrect.">
            <a:extLst>
              <a:ext uri="{FF2B5EF4-FFF2-40B4-BE49-F238E27FC236}">
                <a16:creationId xmlns:a16="http://schemas.microsoft.com/office/drawing/2014/main" id="{832E7D84-A7C5-6D4C-25BB-D9A53D160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6030" y="5571868"/>
            <a:ext cx="2980944" cy="2980944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3A25FC8-17B6-D75C-DF2B-C8D76E14C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41895" y="4394575"/>
            <a:ext cx="7233275" cy="5424956"/>
          </a:xfrm>
          <a:prstGeom prst="rect">
            <a:avLst/>
          </a:prstGeom>
        </p:spPr>
      </p:pic>
      <p:pic>
        <p:nvPicPr>
          <p:cNvPr id="26" name="Picture 25" descr="A blue hexagon with white letter c and plus symbols&#10;&#10;AI-generated content may be incorrect.">
            <a:extLst>
              <a:ext uri="{FF2B5EF4-FFF2-40B4-BE49-F238E27FC236}">
                <a16:creationId xmlns:a16="http://schemas.microsoft.com/office/drawing/2014/main" id="{6760F619-5CE1-8610-72E3-70C101E081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86825" y="1958689"/>
            <a:ext cx="4795068" cy="3596301"/>
          </a:xfrm>
          <a:prstGeom prst="rect">
            <a:avLst/>
          </a:prstGeom>
        </p:spPr>
      </p:pic>
      <p:pic>
        <p:nvPicPr>
          <p:cNvPr id="28" name="Picture 27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83A5B54D-CD20-EA09-A2B7-966A4BA671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21319" y="2266368"/>
            <a:ext cx="2980944" cy="2980944"/>
          </a:xfrm>
          <a:prstGeom prst="rect">
            <a:avLst/>
          </a:prstGeom>
        </p:spPr>
      </p:pic>
      <p:pic>
        <p:nvPicPr>
          <p:cNvPr id="30" name="Picture 29" descr="A red and black sign&#10;&#10;AI-generated content may be incorrect.">
            <a:extLst>
              <a:ext uri="{FF2B5EF4-FFF2-40B4-BE49-F238E27FC236}">
                <a16:creationId xmlns:a16="http://schemas.microsoft.com/office/drawing/2014/main" id="{1828767A-706D-28FB-7C0B-BFA15E156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6030" y="2174863"/>
            <a:ext cx="2916013" cy="2980944"/>
          </a:xfrm>
          <a:prstGeom prst="rect">
            <a:avLst/>
          </a:prstGeom>
        </p:spPr>
      </p:pic>
      <p:pic>
        <p:nvPicPr>
          <p:cNvPr id="34" name="Picture 33" descr="A blue and purple circle with white text&#10;&#10;AI-generated content may be incorrect.">
            <a:extLst>
              <a:ext uri="{FF2B5EF4-FFF2-40B4-BE49-F238E27FC236}">
                <a16:creationId xmlns:a16="http://schemas.microsoft.com/office/drawing/2014/main" id="{8BB291E8-E3EA-ACCD-E941-C9B32D3679C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5567" y="5860434"/>
            <a:ext cx="2980944" cy="2980944"/>
          </a:xfrm>
          <a:prstGeom prst="rect">
            <a:avLst/>
          </a:prstGeom>
        </p:spPr>
      </p:pic>
      <p:pic>
        <p:nvPicPr>
          <p:cNvPr id="38" name="Picture 37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22FB1F-121A-C823-DE1B-089B25DD0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9763" y="2157985"/>
            <a:ext cx="2980944" cy="2980944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639863" y="545496"/>
            <a:ext cx="15008274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Used </a:t>
            </a:r>
            <a:r>
              <a:rPr lang="en-US" sz="7200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tehnologies</a:t>
            </a:r>
            <a:endParaRPr lang="en-US" sz="72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2" name="Picture 31" descr="A logo of a cat&#10;&#10;AI-generated content may be incorrect.">
            <a:extLst>
              <a:ext uri="{FF2B5EF4-FFF2-40B4-BE49-F238E27FC236}">
                <a16:creationId xmlns:a16="http://schemas.microsoft.com/office/drawing/2014/main" id="{52916E03-9355-0BD2-7676-22B5ACBE5C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0541" y="2150250"/>
            <a:ext cx="2980944" cy="29809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0378996" y="646931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0375" y="-275205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74DC35D6-7EA7-5325-393F-46AF1A28C3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76600" y="5593391"/>
            <a:ext cx="2980944" cy="2980944"/>
          </a:xfrm>
          <a:prstGeom prst="rect">
            <a:avLst/>
          </a:prstGeom>
        </p:spPr>
      </p:pic>
      <p:pic>
        <p:nvPicPr>
          <p:cNvPr id="22" name="Picture 21" descr="A group of blue and white squares with a white letter&#10;&#10;AI-generated content may be incorrect.">
            <a:extLst>
              <a:ext uri="{FF2B5EF4-FFF2-40B4-BE49-F238E27FC236}">
                <a16:creationId xmlns:a16="http://schemas.microsoft.com/office/drawing/2014/main" id="{832E7D84-A7C5-6D4C-25BB-D9A53D160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31544" y="5640033"/>
            <a:ext cx="2980944" cy="2980944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3A25FC8-17B6-D75C-DF2B-C8D76E14C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56865" y="4862044"/>
            <a:ext cx="7233275" cy="5424956"/>
          </a:xfrm>
          <a:prstGeom prst="rect">
            <a:avLst/>
          </a:prstGeom>
        </p:spPr>
      </p:pic>
      <p:pic>
        <p:nvPicPr>
          <p:cNvPr id="26" name="Picture 25" descr="A blue hexagon with white letter c and plus symbols&#10;&#10;AI-generated content may be incorrect.">
            <a:extLst>
              <a:ext uri="{FF2B5EF4-FFF2-40B4-BE49-F238E27FC236}">
                <a16:creationId xmlns:a16="http://schemas.microsoft.com/office/drawing/2014/main" id="{6760F619-5CE1-8610-72E3-70C101E081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9435" y="2117769"/>
            <a:ext cx="4795068" cy="3596301"/>
          </a:xfrm>
          <a:prstGeom prst="rect">
            <a:avLst/>
          </a:prstGeom>
        </p:spPr>
      </p:pic>
      <p:pic>
        <p:nvPicPr>
          <p:cNvPr id="28" name="Picture 27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83A5B54D-CD20-EA09-A2B7-966A4BA671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052" y="2251085"/>
            <a:ext cx="2980944" cy="2980944"/>
          </a:xfrm>
          <a:prstGeom prst="rect">
            <a:avLst/>
          </a:prstGeom>
        </p:spPr>
      </p:pic>
      <p:pic>
        <p:nvPicPr>
          <p:cNvPr id="30" name="Picture 29" descr="A red and black sign&#10;&#10;AI-generated content may be incorrect.">
            <a:extLst>
              <a:ext uri="{FF2B5EF4-FFF2-40B4-BE49-F238E27FC236}">
                <a16:creationId xmlns:a16="http://schemas.microsoft.com/office/drawing/2014/main" id="{1828767A-706D-28FB-7C0B-BFA15E156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70" y="2251085"/>
            <a:ext cx="2916013" cy="2980944"/>
          </a:xfrm>
          <a:prstGeom prst="rect">
            <a:avLst/>
          </a:prstGeom>
        </p:spPr>
      </p:pic>
      <p:pic>
        <p:nvPicPr>
          <p:cNvPr id="34" name="Picture 33" descr="A blue and purple circle with white text&#10;&#10;AI-generated content may be incorrect.">
            <a:extLst>
              <a:ext uri="{FF2B5EF4-FFF2-40B4-BE49-F238E27FC236}">
                <a16:creationId xmlns:a16="http://schemas.microsoft.com/office/drawing/2014/main" id="{8BB291E8-E3EA-ACCD-E941-C9B32D3679C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2237" y="6324738"/>
            <a:ext cx="2980944" cy="2980944"/>
          </a:xfrm>
          <a:prstGeom prst="rect">
            <a:avLst/>
          </a:prstGeom>
        </p:spPr>
      </p:pic>
      <p:pic>
        <p:nvPicPr>
          <p:cNvPr id="38" name="Picture 37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22FB1F-121A-C823-DE1B-089B25DD0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746" y="2266368"/>
            <a:ext cx="2980944" cy="2980944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639863" y="545496"/>
            <a:ext cx="15008274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Used </a:t>
            </a:r>
            <a:r>
              <a:rPr lang="en-US" sz="7200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tehnologies</a:t>
            </a:r>
            <a:endParaRPr lang="en-US" sz="72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2" name="Picture 31" descr="A logo of a cat&#10;&#10;AI-generated content may be incorrect.">
            <a:extLst>
              <a:ext uri="{FF2B5EF4-FFF2-40B4-BE49-F238E27FC236}">
                <a16:creationId xmlns:a16="http://schemas.microsoft.com/office/drawing/2014/main" id="{52916E03-9355-0BD2-7676-22B5ACBE5C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70" y="2124493"/>
            <a:ext cx="2980944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36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0378996" y="646931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0375" y="-275205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74DC35D6-7EA7-5325-393F-46AF1A28C3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3400" y="5599242"/>
            <a:ext cx="2980944" cy="2980944"/>
          </a:xfrm>
          <a:prstGeom prst="rect">
            <a:avLst/>
          </a:prstGeom>
        </p:spPr>
      </p:pic>
      <p:pic>
        <p:nvPicPr>
          <p:cNvPr id="22" name="Picture 21" descr="A group of blue and white squares with a white letter&#10;&#10;AI-generated content may be incorrect.">
            <a:extLst>
              <a:ext uri="{FF2B5EF4-FFF2-40B4-BE49-F238E27FC236}">
                <a16:creationId xmlns:a16="http://schemas.microsoft.com/office/drawing/2014/main" id="{832E7D84-A7C5-6D4C-25BB-D9A53D160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9865" y="5905500"/>
            <a:ext cx="2980944" cy="2980944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3A25FC8-17B6-D75C-DF2B-C8D76E14C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80800" y="4406371"/>
            <a:ext cx="7233275" cy="5424956"/>
          </a:xfrm>
          <a:prstGeom prst="rect">
            <a:avLst/>
          </a:prstGeom>
        </p:spPr>
      </p:pic>
      <p:pic>
        <p:nvPicPr>
          <p:cNvPr id="28" name="Picture 27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83A5B54D-CD20-EA09-A2B7-966A4BA671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052" y="2251085"/>
            <a:ext cx="2980944" cy="2980944"/>
          </a:xfrm>
          <a:prstGeom prst="rect">
            <a:avLst/>
          </a:prstGeom>
        </p:spPr>
      </p:pic>
      <p:pic>
        <p:nvPicPr>
          <p:cNvPr id="30" name="Picture 29" descr="A red and black sign&#10;&#10;AI-generated content may be incorrect.">
            <a:extLst>
              <a:ext uri="{FF2B5EF4-FFF2-40B4-BE49-F238E27FC236}">
                <a16:creationId xmlns:a16="http://schemas.microsoft.com/office/drawing/2014/main" id="{1828767A-706D-28FB-7C0B-BFA15E1564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70" y="2251085"/>
            <a:ext cx="2916013" cy="2980944"/>
          </a:xfrm>
          <a:prstGeom prst="rect">
            <a:avLst/>
          </a:prstGeom>
        </p:spPr>
      </p:pic>
      <p:pic>
        <p:nvPicPr>
          <p:cNvPr id="34" name="Picture 33" descr="A blue and purple circle with white text&#10;&#10;AI-generated content may be incorrect.">
            <a:extLst>
              <a:ext uri="{FF2B5EF4-FFF2-40B4-BE49-F238E27FC236}">
                <a16:creationId xmlns:a16="http://schemas.microsoft.com/office/drawing/2014/main" id="{8BB291E8-E3EA-ACCD-E941-C9B32D3679C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2173" y="5832353"/>
            <a:ext cx="2980944" cy="2980944"/>
          </a:xfrm>
          <a:prstGeom prst="rect">
            <a:avLst/>
          </a:prstGeom>
        </p:spPr>
      </p:pic>
      <p:pic>
        <p:nvPicPr>
          <p:cNvPr id="38" name="Picture 37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22FB1F-121A-C823-DE1B-089B25DD0B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746" y="2266368"/>
            <a:ext cx="2980944" cy="2980944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639863" y="545496"/>
            <a:ext cx="15008274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Used </a:t>
            </a:r>
            <a:r>
              <a:rPr lang="en-US" sz="7200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tehnologies</a:t>
            </a:r>
            <a:endParaRPr lang="en-US" sz="72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2" name="Picture 31" descr="A logo of a cat&#10;&#10;AI-generated content may be incorrect.">
            <a:extLst>
              <a:ext uri="{FF2B5EF4-FFF2-40B4-BE49-F238E27FC236}">
                <a16:creationId xmlns:a16="http://schemas.microsoft.com/office/drawing/2014/main" id="{52916E03-9355-0BD2-7676-22B5ACBE5C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70" y="2124493"/>
            <a:ext cx="2980944" cy="2980944"/>
          </a:xfrm>
          <a:prstGeom prst="rect">
            <a:avLst/>
          </a:prstGeom>
        </p:spPr>
      </p:pic>
      <p:pic>
        <p:nvPicPr>
          <p:cNvPr id="26" name="Picture 25" descr="A blue hexagon with white letter c and plus symbols&#10;&#10;AI-generated content may be incorrect.">
            <a:extLst>
              <a:ext uri="{FF2B5EF4-FFF2-40B4-BE49-F238E27FC236}">
                <a16:creationId xmlns:a16="http://schemas.microsoft.com/office/drawing/2014/main" id="{6760F619-5CE1-8610-72E3-70C101E0811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609" y="2150250"/>
            <a:ext cx="4795068" cy="359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2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0378996" y="646931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0375" y="-275205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74DC35D6-7EA7-5325-393F-46AF1A28C3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114" y="5628377"/>
            <a:ext cx="2980944" cy="2980944"/>
          </a:xfrm>
          <a:prstGeom prst="rect">
            <a:avLst/>
          </a:prstGeom>
        </p:spPr>
      </p:pic>
      <p:pic>
        <p:nvPicPr>
          <p:cNvPr id="22" name="Picture 21" descr="A group of blue and white squares with a white letter&#10;&#10;AI-generated content may be incorrect.">
            <a:extLst>
              <a:ext uri="{FF2B5EF4-FFF2-40B4-BE49-F238E27FC236}">
                <a16:creationId xmlns:a16="http://schemas.microsoft.com/office/drawing/2014/main" id="{832E7D84-A7C5-6D4C-25BB-D9A53D160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23" y="5628377"/>
            <a:ext cx="2980944" cy="2980944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3A25FC8-17B6-D75C-DF2B-C8D76E14C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783" y="4406371"/>
            <a:ext cx="7233275" cy="5424956"/>
          </a:xfrm>
          <a:prstGeom prst="rect">
            <a:avLst/>
          </a:prstGeom>
        </p:spPr>
      </p:pic>
      <p:pic>
        <p:nvPicPr>
          <p:cNvPr id="26" name="Picture 25" descr="A blue hexagon with white letter c and plus symbols&#10;&#10;AI-generated content may be incorrect.">
            <a:extLst>
              <a:ext uri="{FF2B5EF4-FFF2-40B4-BE49-F238E27FC236}">
                <a16:creationId xmlns:a16="http://schemas.microsoft.com/office/drawing/2014/main" id="{6760F619-5CE1-8610-72E3-70C101E081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609" y="2150250"/>
            <a:ext cx="4795068" cy="3596301"/>
          </a:xfrm>
          <a:prstGeom prst="rect">
            <a:avLst/>
          </a:prstGeom>
        </p:spPr>
      </p:pic>
      <p:pic>
        <p:nvPicPr>
          <p:cNvPr id="28" name="Picture 27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83A5B54D-CD20-EA09-A2B7-966A4BA671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052" y="2251085"/>
            <a:ext cx="2980944" cy="2980944"/>
          </a:xfrm>
          <a:prstGeom prst="rect">
            <a:avLst/>
          </a:prstGeom>
        </p:spPr>
      </p:pic>
      <p:pic>
        <p:nvPicPr>
          <p:cNvPr id="30" name="Picture 29" descr="A red and black sign&#10;&#10;AI-generated content may be incorrect.">
            <a:extLst>
              <a:ext uri="{FF2B5EF4-FFF2-40B4-BE49-F238E27FC236}">
                <a16:creationId xmlns:a16="http://schemas.microsoft.com/office/drawing/2014/main" id="{1828767A-706D-28FB-7C0B-BFA15E156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70" y="2251085"/>
            <a:ext cx="2916013" cy="2980944"/>
          </a:xfrm>
          <a:prstGeom prst="rect">
            <a:avLst/>
          </a:prstGeom>
        </p:spPr>
      </p:pic>
      <p:pic>
        <p:nvPicPr>
          <p:cNvPr id="34" name="Picture 33" descr="A blue and purple circle with white text&#10;&#10;AI-generated content may be incorrect.">
            <a:extLst>
              <a:ext uri="{FF2B5EF4-FFF2-40B4-BE49-F238E27FC236}">
                <a16:creationId xmlns:a16="http://schemas.microsoft.com/office/drawing/2014/main" id="{8BB291E8-E3EA-ACCD-E941-C9B32D3679C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3834" y="5448300"/>
            <a:ext cx="2980944" cy="2980944"/>
          </a:xfrm>
          <a:prstGeom prst="rect">
            <a:avLst/>
          </a:prstGeom>
        </p:spPr>
      </p:pic>
      <p:pic>
        <p:nvPicPr>
          <p:cNvPr id="38" name="Picture 37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22FB1F-121A-C823-DE1B-089B25DD0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746" y="2266368"/>
            <a:ext cx="2980944" cy="2980944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639863" y="545496"/>
            <a:ext cx="15008274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Used </a:t>
            </a:r>
            <a:r>
              <a:rPr lang="en-US" sz="7200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tehnologies</a:t>
            </a:r>
            <a:endParaRPr lang="en-US" sz="72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2" name="Picture 31" descr="A logo of a cat&#10;&#10;AI-generated content may be incorrect.">
            <a:extLst>
              <a:ext uri="{FF2B5EF4-FFF2-40B4-BE49-F238E27FC236}">
                <a16:creationId xmlns:a16="http://schemas.microsoft.com/office/drawing/2014/main" id="{52916E03-9355-0BD2-7676-22B5ACBE5C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70" y="2124493"/>
            <a:ext cx="2980944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1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0378996" y="646931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0375" y="-2752052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74DC35D6-7EA7-5325-393F-46AF1A28C3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114" y="5628377"/>
            <a:ext cx="2980944" cy="2980944"/>
          </a:xfrm>
          <a:prstGeom prst="rect">
            <a:avLst/>
          </a:prstGeom>
        </p:spPr>
      </p:pic>
      <p:pic>
        <p:nvPicPr>
          <p:cNvPr id="22" name="Picture 21" descr="A group of blue and white squares with a white letter&#10;&#10;AI-generated content may be incorrect.">
            <a:extLst>
              <a:ext uri="{FF2B5EF4-FFF2-40B4-BE49-F238E27FC236}">
                <a16:creationId xmlns:a16="http://schemas.microsoft.com/office/drawing/2014/main" id="{832E7D84-A7C5-6D4C-25BB-D9A53D1604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23" y="5628377"/>
            <a:ext cx="2980944" cy="2980944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3A25FC8-17B6-D75C-DF2B-C8D76E14C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783" y="4406371"/>
            <a:ext cx="7233275" cy="5424956"/>
          </a:xfrm>
          <a:prstGeom prst="rect">
            <a:avLst/>
          </a:prstGeom>
        </p:spPr>
      </p:pic>
      <p:pic>
        <p:nvPicPr>
          <p:cNvPr id="26" name="Picture 25" descr="A blue hexagon with white letter c and plus symbols&#10;&#10;AI-generated content may be incorrect.">
            <a:extLst>
              <a:ext uri="{FF2B5EF4-FFF2-40B4-BE49-F238E27FC236}">
                <a16:creationId xmlns:a16="http://schemas.microsoft.com/office/drawing/2014/main" id="{6760F619-5CE1-8610-72E3-70C101E081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609" y="2150250"/>
            <a:ext cx="4795068" cy="3596301"/>
          </a:xfrm>
          <a:prstGeom prst="rect">
            <a:avLst/>
          </a:prstGeom>
        </p:spPr>
      </p:pic>
      <p:pic>
        <p:nvPicPr>
          <p:cNvPr id="28" name="Picture 27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83A5B54D-CD20-EA09-A2B7-966A4BA671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052" y="2251085"/>
            <a:ext cx="2980944" cy="2980944"/>
          </a:xfrm>
          <a:prstGeom prst="rect">
            <a:avLst/>
          </a:prstGeom>
        </p:spPr>
      </p:pic>
      <p:pic>
        <p:nvPicPr>
          <p:cNvPr id="30" name="Picture 29" descr="A red and black sign&#10;&#10;AI-generated content may be incorrect.">
            <a:extLst>
              <a:ext uri="{FF2B5EF4-FFF2-40B4-BE49-F238E27FC236}">
                <a16:creationId xmlns:a16="http://schemas.microsoft.com/office/drawing/2014/main" id="{1828767A-706D-28FB-7C0B-BFA15E156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70" y="2251085"/>
            <a:ext cx="2916013" cy="2980944"/>
          </a:xfrm>
          <a:prstGeom prst="rect">
            <a:avLst/>
          </a:prstGeom>
        </p:spPr>
      </p:pic>
      <p:pic>
        <p:nvPicPr>
          <p:cNvPr id="38" name="Picture 37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E22FB1F-121A-C823-DE1B-089B25DD0B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746" y="2266368"/>
            <a:ext cx="2980944" cy="2980944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639863" y="545496"/>
            <a:ext cx="15008274" cy="105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Used </a:t>
            </a:r>
            <a:r>
              <a:rPr lang="en-US" sz="7200" dirty="0" err="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tehnologies</a:t>
            </a:r>
            <a:endParaRPr lang="en-US" sz="72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2" name="Picture 31" descr="A logo of a cat&#10;&#10;AI-generated content may be incorrect.">
            <a:extLst>
              <a:ext uri="{FF2B5EF4-FFF2-40B4-BE49-F238E27FC236}">
                <a16:creationId xmlns:a16="http://schemas.microsoft.com/office/drawing/2014/main" id="{52916E03-9355-0BD2-7676-22B5ACBE5C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70" y="2124493"/>
            <a:ext cx="2980944" cy="2980944"/>
          </a:xfrm>
          <a:prstGeom prst="rect">
            <a:avLst/>
          </a:prstGeom>
        </p:spPr>
      </p:pic>
      <p:pic>
        <p:nvPicPr>
          <p:cNvPr id="34" name="Picture 33" descr="A blue and purple circle with white text&#10;&#10;AI-generated content may be incorrect.">
            <a:extLst>
              <a:ext uri="{FF2B5EF4-FFF2-40B4-BE49-F238E27FC236}">
                <a16:creationId xmlns:a16="http://schemas.microsoft.com/office/drawing/2014/main" id="{8BB291E8-E3EA-ACCD-E941-C9B32D3679C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6074" y="5628377"/>
            <a:ext cx="2980944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1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20600" y="502478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81400" y="5001202"/>
            <a:ext cx="1264049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0789"/>
              </a:lnSpc>
            </a:pPr>
            <a:r>
              <a:rPr lang="en-US" sz="15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Lets go !</a:t>
            </a:r>
          </a:p>
        </p:txBody>
      </p:sp>
      <p:sp>
        <p:nvSpPr>
          <p:cNvPr id="6" name="Freeform 6"/>
          <p:cNvSpPr/>
          <p:nvPr/>
        </p:nvSpPr>
        <p:spPr>
          <a:xfrm>
            <a:off x="-2286000" y="-612236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165</Words>
  <Application>Microsoft Office PowerPoint</Application>
  <PresentationFormat>Произвольный</PresentationFormat>
  <Paragraphs>49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Horizon</vt:lpstr>
      <vt:lpstr>Garet Bold</vt:lpstr>
      <vt:lpstr>Garet</vt:lpstr>
      <vt:lpstr>Calibri</vt:lpstr>
      <vt:lpstr>Arial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Digitronix Presentation</dc:title>
  <dc:creator>Selin Vatansever</dc:creator>
  <cp:lastModifiedBy>Selin Vatansever</cp:lastModifiedBy>
  <cp:revision>3</cp:revision>
  <dcterms:created xsi:type="dcterms:W3CDTF">2006-08-16T00:00:00Z</dcterms:created>
  <dcterms:modified xsi:type="dcterms:W3CDTF">2025-12-07T21:43:22Z</dcterms:modified>
  <dc:identifier>DAG6w7E6qpA</dc:identifier>
</cp:coreProperties>
</file>